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843C0C"/>
    <a:srgbClr val="92D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59" autoAdjust="0"/>
    <p:restoredTop sz="94660"/>
  </p:normalViewPr>
  <p:slideViewPr>
    <p:cSldViewPr snapToGrid="0">
      <p:cViewPr varScale="1">
        <p:scale>
          <a:sx n="80" d="100"/>
          <a:sy n="80" d="100"/>
        </p:scale>
        <p:origin x="124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89DD0-0194-6DE3-2FFE-11C501DB73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98ABE93-18A6-8ACA-198F-E8152732E9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8822BE-BCA1-0C82-AE86-C0E9B6BAC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5446-195C-43F1-ACBC-942659E93667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A71D780-5799-C975-6805-A1A8F90EE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758AB1D-4025-4C57-1486-B205402F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53D-E6F4-4657-B392-A7E6A16F30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653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6754A9-52D1-18CA-7617-45AFD1879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394D69-FC8B-96B6-AD94-C10E5F8C0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89480E-81FF-998C-A4BB-06050402FC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5446-195C-43F1-ACBC-942659E93667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0F3975-725C-B3DD-9332-62E79C241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624E39B-60A4-EA91-FE55-688F8B060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53D-E6F4-4657-B392-A7E6A16F30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5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444C49-7966-EE32-2608-7ADE2111D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C690742-02E2-1346-B7ED-CB007AB518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ACDBBC-3936-F308-47E7-46E845401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5446-195C-43F1-ACBC-942659E93667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1EA1CB-B601-5B1E-DEDC-FC3D65F04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68553D2-2871-8E35-27E4-0E700130F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53D-E6F4-4657-B392-A7E6A16F30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46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3F099C-E0D0-4419-6EC1-90D9C7EF8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1E4530-F8A8-B327-24B6-1FE874BB50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D8C20EC-B4F4-E93A-C102-6E80BD0A1F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534E9E9-35F5-B211-B22F-92A40859B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5446-195C-43F1-ACBC-942659E93667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FCD41B-441D-A02A-C8B2-192C4C658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A01FC30-E090-2C42-8414-2E90A9691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53D-E6F4-4657-B392-A7E6A16F30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87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B72B27-A17F-9AF3-74E1-66AA10A7D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2A90E59-0D82-4D03-68A3-810907CBE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1400F1-1CC6-AFBC-8673-D23C1FABFA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398551E-F70D-2698-8CFE-70E6ABF26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24B6EF0-BAB4-66C3-75D9-DE97ACE16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7DD2ABD-9041-1CD1-460C-208090802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5446-195C-43F1-ACBC-942659E93667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6F3FA54-34CA-43D7-41FF-FFADAB1EB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0D18B24-C569-FDDB-1FFA-DEE9177CA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53D-E6F4-4657-B392-A7E6A16F30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1985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D11A92-B5BE-BB7B-45D3-9E29015E7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52FE252-0776-30DD-7CCA-25833E62C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5446-195C-43F1-ACBC-942659E93667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F318236-8419-E10D-AC9F-BAE53C411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1B94E64-4B3B-41C3-EFA3-9DD105097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53D-E6F4-4657-B392-A7E6A16F30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2285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AAE6BD-995E-AF0C-7510-1555B0543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5446-195C-43F1-ACBC-942659E93667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0D5636-02AD-81F6-E979-5F07BA144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267371D-30BA-075B-54EF-2E6030DE9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53D-E6F4-4657-B392-A7E6A16F30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4486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7DDF8-B113-1269-5C4A-D6BE6C905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D3416A-6780-F2E1-117E-BC6466226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6445C5E-6276-4173-23FC-09A3B68A82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E22B13-D2DB-C45F-6ABF-E1B85C14E6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5446-195C-43F1-ACBC-942659E93667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5E03F8-8805-CAE0-294D-49DC85441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534F4D-2D80-6ABA-B596-E1018D9DB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53D-E6F4-4657-B392-A7E6A16F30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6987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682E2-E4D1-6A9E-09B2-477EC127C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AD9050D-EFBA-6632-E29A-8E18B95ED9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F8F7D14-FD86-918A-7520-94E779041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AC7F53-E171-F9F3-A27F-7AFCEA8B5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5446-195C-43F1-ACBC-942659E93667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95E226D-AF06-2474-687A-783985772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673BA0F-5FBB-99D7-5B1C-CB7FA3372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53D-E6F4-4657-B392-A7E6A16F30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99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57F3B-2471-A61A-EE9B-C2E92F754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5E2B274-E046-7D8B-5FEE-50794C0EC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DABED3-F149-C3D4-D5F3-35C268416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5446-195C-43F1-ACBC-942659E93667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F9E4854-CB77-B75E-D899-A3817B40F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C51920-171E-3F84-5E9B-1E17FF63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53D-E6F4-4657-B392-A7E6A16F30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6684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9CD3736-AD7D-C6A7-B168-2785AE8568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0B32D2-4D0D-3941-BE41-FA55841E61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DA986F-6AD0-19ED-A0A6-EA1AB4CA1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E5446-195C-43F1-ACBC-942659E93667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AFC938-08BB-50CE-ED13-0C332E6EB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B5B2D26-42B0-08E2-5621-C77738BEE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7C53D-E6F4-4657-B392-A7E6A16F30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6524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00FB9D1-261A-902C-5266-1260C9BBE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DC0E41-5954-7052-95F0-7FACDC3EC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8FFBF8-BF1C-0817-675B-5AC8FECF9F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1E5446-195C-43F1-ACBC-942659E93667}" type="datetimeFigureOut">
              <a:rPr lang="zh-CN" altLang="en-US" smtClean="0"/>
              <a:t>2026/8/25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BADB93-C68A-E413-5877-9118B5B7E3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94849C-7012-D6E8-E584-F521A2E563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7C53D-E6F4-4657-B392-A7E6A16F30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12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B32E458-25F7-1669-4AA0-677EBF05E508}"/>
              </a:ext>
            </a:extLst>
          </p:cNvPr>
          <p:cNvSpPr/>
          <p:nvPr/>
        </p:nvSpPr>
        <p:spPr>
          <a:xfrm>
            <a:off x="0" y="1401097"/>
            <a:ext cx="12192000" cy="545690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armonyOS Sans" panose="00000500000000000000" pitchFamily="2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43991A52-1734-B915-FD5D-1BCC506D2570}"/>
              </a:ext>
            </a:extLst>
          </p:cNvPr>
          <p:cNvSpPr/>
          <p:nvPr/>
        </p:nvSpPr>
        <p:spPr>
          <a:xfrm>
            <a:off x="924232" y="-358877"/>
            <a:ext cx="10343536" cy="323481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水塘</a:t>
            </a:r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65BCABED-BDFE-763A-6EDD-98EE029E3561}"/>
              </a:ext>
            </a:extLst>
          </p:cNvPr>
          <p:cNvSpPr/>
          <p:nvPr/>
        </p:nvSpPr>
        <p:spPr>
          <a:xfrm>
            <a:off x="2074604" y="3429000"/>
            <a:ext cx="1278196" cy="1054510"/>
          </a:xfrm>
          <a:prstGeom prst="triangle">
            <a:avLst>
              <a:gd name="adj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HarmonyOS Sans" panose="00000500000000000000" pitchFamily="2" charset="0"/>
              </a:rPr>
              <a:t>帐篷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C3BCD3A-39AD-530F-7573-5F1DC92D868E}"/>
              </a:ext>
            </a:extLst>
          </p:cNvPr>
          <p:cNvSpPr/>
          <p:nvPr/>
        </p:nvSpPr>
        <p:spPr>
          <a:xfrm>
            <a:off x="8716295" y="1922205"/>
            <a:ext cx="752170" cy="5506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HarmonyOS Sans" panose="00000500000000000000" pitchFamily="2" charset="0"/>
              </a:rPr>
              <a:t>小船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8AE0A5B-89AE-CC87-1FF9-251B51B59DDE}"/>
              </a:ext>
            </a:extLst>
          </p:cNvPr>
          <p:cNvSpPr/>
          <p:nvPr/>
        </p:nvSpPr>
        <p:spPr>
          <a:xfrm>
            <a:off x="5375785" y="2689123"/>
            <a:ext cx="1440424" cy="6489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钓台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0DDB9B-05D5-621F-A1CE-A7B32A31077D}"/>
              </a:ext>
            </a:extLst>
          </p:cNvPr>
          <p:cNvSpPr/>
          <p:nvPr/>
        </p:nvSpPr>
        <p:spPr>
          <a:xfrm rot="1077117">
            <a:off x="-47976" y="2080270"/>
            <a:ext cx="4837591" cy="5842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HarmonyOS Sans" panose="00000500000000000000" pitchFamily="2" charset="0"/>
              </a:rPr>
              <a:t>                                                       沙滩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48854C69-A9A8-F380-40E8-FD8012A6D37A}"/>
              </a:ext>
            </a:extLst>
          </p:cNvPr>
          <p:cNvSpPr/>
          <p:nvPr/>
        </p:nvSpPr>
        <p:spPr>
          <a:xfrm>
            <a:off x="3215148" y="3448048"/>
            <a:ext cx="973393" cy="340443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HarmonyOS Sans" panose="00000500000000000000" pitchFamily="2" charset="0"/>
              </a:rPr>
              <a:t>营火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D896223-7372-5B1A-2BA0-484C2F89CA76}"/>
              </a:ext>
            </a:extLst>
          </p:cNvPr>
          <p:cNvSpPr/>
          <p:nvPr/>
        </p:nvSpPr>
        <p:spPr>
          <a:xfrm rot="1044336">
            <a:off x="97944" y="2169062"/>
            <a:ext cx="2262760" cy="5956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armonyOS Sans" panose="00000500000000000000" pitchFamily="2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7B31BAD-7A86-A62F-3E64-36AF0826C41D}"/>
              </a:ext>
            </a:extLst>
          </p:cNvPr>
          <p:cNvSpPr/>
          <p:nvPr/>
        </p:nvSpPr>
        <p:spPr>
          <a:xfrm rot="19711155">
            <a:off x="9488420" y="1683585"/>
            <a:ext cx="3324370" cy="172575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armonyOS Sans" panose="000005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AF4D8C3-BA4C-E2A3-D3A7-9DE23709D588}"/>
              </a:ext>
            </a:extLst>
          </p:cNvPr>
          <p:cNvSpPr/>
          <p:nvPr/>
        </p:nvSpPr>
        <p:spPr>
          <a:xfrm>
            <a:off x="0" y="-19665"/>
            <a:ext cx="12192000" cy="14207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armonyOS Sans" panose="00000500000000000000" pitchFamily="2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329F188-BE2A-F88A-1BBA-2D365635B47C}"/>
              </a:ext>
            </a:extLst>
          </p:cNvPr>
          <p:cNvSpPr/>
          <p:nvPr/>
        </p:nvSpPr>
        <p:spPr>
          <a:xfrm>
            <a:off x="924231" y="2689123"/>
            <a:ext cx="752170" cy="2177845"/>
          </a:xfrm>
          <a:prstGeom prst="rect">
            <a:avLst/>
          </a:prstGeom>
          <a:solidFill>
            <a:srgbClr val="843C0C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armonyOS Sans" panose="00000500000000000000" pitchFamily="2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D2FA8F1-6A06-E046-D597-2D819F064AF9}"/>
              </a:ext>
            </a:extLst>
          </p:cNvPr>
          <p:cNvSpPr/>
          <p:nvPr/>
        </p:nvSpPr>
        <p:spPr>
          <a:xfrm>
            <a:off x="152399" y="870155"/>
            <a:ext cx="3657600" cy="2158181"/>
          </a:xfrm>
          <a:prstGeom prst="ellipse">
            <a:avLst/>
          </a:prstGeom>
          <a:solidFill>
            <a:srgbClr val="92D050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这是个树，苹果树与梧桐树的结合体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89CB01D-7B68-AE95-1587-1877E48C84BC}"/>
              </a:ext>
            </a:extLst>
          </p:cNvPr>
          <p:cNvSpPr/>
          <p:nvPr/>
        </p:nvSpPr>
        <p:spPr>
          <a:xfrm>
            <a:off x="6971070" y="2689123"/>
            <a:ext cx="5220929" cy="416887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r>
              <a:rPr lang="en-US" altLang="zh-CN" dirty="0">
                <a:latin typeface="HarmonyOS Sans" panose="00000500000000000000" pitchFamily="2" charset="0"/>
              </a:rPr>
              <a:t>         </a:t>
            </a:r>
            <a:r>
              <a:rPr lang="zh-CN" altLang="en-US" dirty="0">
                <a:latin typeface="HarmonyOS Sans" panose="00000500000000000000" pitchFamily="2" charset="0"/>
              </a:rPr>
              <a:t>                  这片是江南水乡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6148BC-A234-52F2-AB45-07DF1144B1F2}"/>
              </a:ext>
            </a:extLst>
          </p:cNvPr>
          <p:cNvSpPr/>
          <p:nvPr/>
        </p:nvSpPr>
        <p:spPr>
          <a:xfrm>
            <a:off x="8691709" y="2689123"/>
            <a:ext cx="3500291" cy="179438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这片是竹林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F84D227-2A67-9ABB-4302-B20E28D1D78E}"/>
              </a:ext>
            </a:extLst>
          </p:cNvPr>
          <p:cNvSpPr txBox="1"/>
          <p:nvPr/>
        </p:nvSpPr>
        <p:spPr>
          <a:xfrm>
            <a:off x="4340941" y="4290846"/>
            <a:ext cx="1278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HarmonyOS Sans" panose="00000500000000000000" pitchFamily="2" charset="0"/>
              </a:rPr>
              <a:t>平原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20BAB7FA-4D8A-9F7F-B7EF-0D1C304CBB6D}"/>
              </a:ext>
            </a:extLst>
          </p:cNvPr>
          <p:cNvSpPr/>
          <p:nvPr/>
        </p:nvSpPr>
        <p:spPr>
          <a:xfrm>
            <a:off x="5501146" y="673509"/>
            <a:ext cx="1189703" cy="117003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太阳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6893159-CEB6-DFD3-D079-AB162C0FECD7}"/>
              </a:ext>
            </a:extLst>
          </p:cNvPr>
          <p:cNvSpPr/>
          <p:nvPr/>
        </p:nvSpPr>
        <p:spPr>
          <a:xfrm rot="21089481">
            <a:off x="7580847" y="2675565"/>
            <a:ext cx="700488" cy="2296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小溪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284B4D6-E61A-1AC3-BB46-C1E9C825F7B2}"/>
              </a:ext>
            </a:extLst>
          </p:cNvPr>
          <p:cNvSpPr/>
          <p:nvPr/>
        </p:nvSpPr>
        <p:spPr>
          <a:xfrm rot="19406839">
            <a:off x="8379360" y="4574088"/>
            <a:ext cx="780905" cy="2296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armonyOS Sans" panose="00000500000000000000" pitchFamily="2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6B21836-69FA-59BB-2E75-C50E93F9E2D4}"/>
              </a:ext>
            </a:extLst>
          </p:cNvPr>
          <p:cNvSpPr txBox="1"/>
          <p:nvPr/>
        </p:nvSpPr>
        <p:spPr>
          <a:xfrm>
            <a:off x="8136195" y="488843"/>
            <a:ext cx="2664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HarmonyOS Sans" panose="00000500000000000000" pitchFamily="2" charset="0"/>
              </a:rPr>
              <a:t>天空由代码实现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7240EF-C23E-0CA9-01BD-143471C29ED6}"/>
              </a:ext>
            </a:extLst>
          </p:cNvPr>
          <p:cNvSpPr/>
          <p:nvPr/>
        </p:nvSpPr>
        <p:spPr>
          <a:xfrm>
            <a:off x="924231" y="5555225"/>
            <a:ext cx="10343536" cy="902111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集市</a:t>
            </a:r>
          </a:p>
        </p:txBody>
      </p:sp>
    </p:spTree>
    <p:extLst>
      <p:ext uri="{BB962C8B-B14F-4D97-AF65-F5344CB8AC3E}">
        <p14:creationId xmlns:p14="http://schemas.microsoft.com/office/powerpoint/2010/main" val="2154961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24502-D162-FC86-1514-0191A95F5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566B99A-1B9C-8D5E-8BBE-74337594B710}"/>
              </a:ext>
            </a:extLst>
          </p:cNvPr>
          <p:cNvSpPr/>
          <p:nvPr/>
        </p:nvSpPr>
        <p:spPr>
          <a:xfrm>
            <a:off x="0" y="1401097"/>
            <a:ext cx="12192000" cy="5456903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平原</a:t>
            </a:r>
            <a:endParaRPr lang="en-US" altLang="zh-CN" dirty="0">
              <a:latin typeface="HarmonyOS Sans" panose="00000500000000000000" pitchFamily="2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94F85C-796C-E781-BFDE-047DCDAC39C1}"/>
              </a:ext>
            </a:extLst>
          </p:cNvPr>
          <p:cNvSpPr/>
          <p:nvPr/>
        </p:nvSpPr>
        <p:spPr>
          <a:xfrm>
            <a:off x="924232" y="-358877"/>
            <a:ext cx="10343536" cy="323481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水塘</a:t>
            </a:r>
          </a:p>
        </p:txBody>
      </p:sp>
      <p:sp>
        <p:nvSpPr>
          <p:cNvPr id="6" name="等腰三角形 5">
            <a:extLst>
              <a:ext uri="{FF2B5EF4-FFF2-40B4-BE49-F238E27FC236}">
                <a16:creationId xmlns:a16="http://schemas.microsoft.com/office/drawing/2014/main" id="{43008C07-9437-C138-0CBF-CD617F85BEB0}"/>
              </a:ext>
            </a:extLst>
          </p:cNvPr>
          <p:cNvSpPr/>
          <p:nvPr/>
        </p:nvSpPr>
        <p:spPr>
          <a:xfrm>
            <a:off x="5125719" y="3271648"/>
            <a:ext cx="1147970" cy="830114"/>
          </a:xfrm>
          <a:prstGeom prst="triangle">
            <a:avLst>
              <a:gd name="adj" fmla="val 50000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HarmonyOS Sans" panose="00000500000000000000" pitchFamily="2" charset="0"/>
              </a:rPr>
              <a:t>帐篷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D227199-841C-BDB1-E88E-0D831304AE51}"/>
              </a:ext>
            </a:extLst>
          </p:cNvPr>
          <p:cNvSpPr/>
          <p:nvPr/>
        </p:nvSpPr>
        <p:spPr>
          <a:xfrm>
            <a:off x="8996515" y="2128685"/>
            <a:ext cx="471949" cy="3441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HarmonyOS Sans" panose="00000500000000000000" pitchFamily="2" charset="0"/>
              </a:rPr>
              <a:t>小船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6C0500E-1A33-CC3C-CAA0-59B59FB9C59C}"/>
              </a:ext>
            </a:extLst>
          </p:cNvPr>
          <p:cNvSpPr/>
          <p:nvPr/>
        </p:nvSpPr>
        <p:spPr>
          <a:xfrm rot="1044336">
            <a:off x="-286264" y="2031788"/>
            <a:ext cx="2813037" cy="5956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armonyOS Sans" panose="00000500000000000000" pitchFamily="2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6DFD211-A5A9-C852-6B40-6A5C4A6F97ED}"/>
              </a:ext>
            </a:extLst>
          </p:cNvPr>
          <p:cNvSpPr/>
          <p:nvPr/>
        </p:nvSpPr>
        <p:spPr>
          <a:xfrm>
            <a:off x="5651060" y="2702464"/>
            <a:ext cx="821185" cy="3664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钓台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FCE62E-099D-5A52-1CAE-10F410084D73}"/>
              </a:ext>
            </a:extLst>
          </p:cNvPr>
          <p:cNvSpPr/>
          <p:nvPr/>
        </p:nvSpPr>
        <p:spPr>
          <a:xfrm rot="1077117">
            <a:off x="-231920" y="2051215"/>
            <a:ext cx="5026125" cy="5842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HarmonyOS Sans" panose="00000500000000000000" pitchFamily="2" charset="0"/>
              </a:rPr>
              <a:t>沙滩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EB0C95F0-E9AE-7975-314F-46BEBB65C0A1}"/>
              </a:ext>
            </a:extLst>
          </p:cNvPr>
          <p:cNvSpPr/>
          <p:nvPr/>
        </p:nvSpPr>
        <p:spPr>
          <a:xfrm>
            <a:off x="6224202" y="3316232"/>
            <a:ext cx="451491" cy="204864"/>
          </a:xfrm>
          <a:prstGeom prst="ellipse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HarmonyOS Sans" panose="00000500000000000000" pitchFamily="2" charset="0"/>
              </a:rPr>
              <a:t>营火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81B672A-3747-9457-DD2D-354F418D398E}"/>
              </a:ext>
            </a:extLst>
          </p:cNvPr>
          <p:cNvSpPr/>
          <p:nvPr/>
        </p:nvSpPr>
        <p:spPr>
          <a:xfrm rot="19711155">
            <a:off x="9753866" y="1658342"/>
            <a:ext cx="3168798" cy="172575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armonyOS Sans" panose="00000500000000000000" pitchFamily="2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AEEAB46-BB89-A51C-1832-6C525F88CB53}"/>
              </a:ext>
            </a:extLst>
          </p:cNvPr>
          <p:cNvSpPr/>
          <p:nvPr/>
        </p:nvSpPr>
        <p:spPr>
          <a:xfrm>
            <a:off x="-20256" y="3390177"/>
            <a:ext cx="4361195" cy="346782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森林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0E2085B0-0337-0944-2480-E26E547AE593}"/>
              </a:ext>
            </a:extLst>
          </p:cNvPr>
          <p:cNvSpPr/>
          <p:nvPr/>
        </p:nvSpPr>
        <p:spPr>
          <a:xfrm>
            <a:off x="1327355" y="3390176"/>
            <a:ext cx="3070906" cy="1843136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armonyOS Sans" panose="000005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B7EA19D-78DF-5CED-1077-B48ABF417044}"/>
              </a:ext>
            </a:extLst>
          </p:cNvPr>
          <p:cNvSpPr/>
          <p:nvPr/>
        </p:nvSpPr>
        <p:spPr>
          <a:xfrm>
            <a:off x="0" y="-19665"/>
            <a:ext cx="12192000" cy="142076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armonyOS Sans" panose="00000500000000000000" pitchFamily="2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FECF40-5771-D549-5E71-43D204BF837A}"/>
              </a:ext>
            </a:extLst>
          </p:cNvPr>
          <p:cNvSpPr/>
          <p:nvPr/>
        </p:nvSpPr>
        <p:spPr>
          <a:xfrm>
            <a:off x="3313470" y="3589133"/>
            <a:ext cx="370815" cy="1035771"/>
          </a:xfrm>
          <a:prstGeom prst="rect">
            <a:avLst/>
          </a:prstGeom>
          <a:solidFill>
            <a:srgbClr val="843C0C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armonyOS Sans" panose="00000500000000000000" pitchFamily="2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1A9BF17-CCAC-B19F-3746-A362CE369F4E}"/>
              </a:ext>
            </a:extLst>
          </p:cNvPr>
          <p:cNvSpPr/>
          <p:nvPr/>
        </p:nvSpPr>
        <p:spPr>
          <a:xfrm>
            <a:off x="2608780" y="2632180"/>
            <a:ext cx="2620860" cy="1245231"/>
          </a:xfrm>
          <a:prstGeom prst="ellipse">
            <a:avLst/>
          </a:prstGeom>
          <a:solidFill>
            <a:srgbClr val="92D050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这是个树，苹果树与梧桐树的结合体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06A611-E858-A744-62B1-650CFD28B8E7}"/>
              </a:ext>
            </a:extLst>
          </p:cNvPr>
          <p:cNvSpPr/>
          <p:nvPr/>
        </p:nvSpPr>
        <p:spPr>
          <a:xfrm>
            <a:off x="6971070" y="2689123"/>
            <a:ext cx="5220929" cy="4168877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HarmonyOS Sans" panose="00000500000000000000" pitchFamily="2" charset="0"/>
              </a:rPr>
              <a:t>         </a:t>
            </a:r>
            <a:r>
              <a:rPr lang="zh-CN" altLang="en-US" dirty="0">
                <a:latin typeface="HarmonyOS Sans" panose="00000500000000000000" pitchFamily="2" charset="0"/>
              </a:rPr>
              <a:t>                  这片是江南水乡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C2205E6-5EF8-41DA-B4BE-FC5351A17EED}"/>
              </a:ext>
            </a:extLst>
          </p:cNvPr>
          <p:cNvSpPr/>
          <p:nvPr/>
        </p:nvSpPr>
        <p:spPr>
          <a:xfrm>
            <a:off x="8691709" y="2689123"/>
            <a:ext cx="3500291" cy="179438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这片是竹林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9B0E10F6-8F3E-5B5A-CA27-C6515243A3E8}"/>
              </a:ext>
            </a:extLst>
          </p:cNvPr>
          <p:cNvSpPr/>
          <p:nvPr/>
        </p:nvSpPr>
        <p:spPr>
          <a:xfrm>
            <a:off x="5501146" y="673509"/>
            <a:ext cx="1189703" cy="1170039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太阳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610AF9E-D351-F339-F25C-828202ABE450}"/>
              </a:ext>
            </a:extLst>
          </p:cNvPr>
          <p:cNvSpPr/>
          <p:nvPr/>
        </p:nvSpPr>
        <p:spPr>
          <a:xfrm rot="21089481">
            <a:off x="7580847" y="2675565"/>
            <a:ext cx="700488" cy="2296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小溪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66ED2F1-2368-535C-276E-05306CD251A6}"/>
              </a:ext>
            </a:extLst>
          </p:cNvPr>
          <p:cNvSpPr/>
          <p:nvPr/>
        </p:nvSpPr>
        <p:spPr>
          <a:xfrm rot="19406839">
            <a:off x="8379360" y="4574088"/>
            <a:ext cx="780905" cy="2296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armonyOS Sans" panose="00000500000000000000" pitchFamily="2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CEC6AB9-4B3F-A5BE-CFAB-23ACF8656BCB}"/>
              </a:ext>
            </a:extLst>
          </p:cNvPr>
          <p:cNvSpPr txBox="1"/>
          <p:nvPr/>
        </p:nvSpPr>
        <p:spPr>
          <a:xfrm>
            <a:off x="8136195" y="488843"/>
            <a:ext cx="2664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HarmonyOS Sans" panose="00000500000000000000" pitchFamily="2" charset="0"/>
              </a:rPr>
              <a:t>天空由代码实现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822FF47-6055-579E-31CF-19985E2F53E2}"/>
              </a:ext>
            </a:extLst>
          </p:cNvPr>
          <p:cNvSpPr/>
          <p:nvPr/>
        </p:nvSpPr>
        <p:spPr>
          <a:xfrm>
            <a:off x="924231" y="5568900"/>
            <a:ext cx="10343536" cy="1289099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村庄（集市）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F87AAC-78F7-EA22-6797-CED1C16C9366}"/>
              </a:ext>
            </a:extLst>
          </p:cNvPr>
          <p:cNvSpPr/>
          <p:nvPr/>
        </p:nvSpPr>
        <p:spPr>
          <a:xfrm>
            <a:off x="6868277" y="5839297"/>
            <a:ext cx="752321" cy="7483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房屋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27A59F9-D55F-CD89-FE13-B01821411A98}"/>
              </a:ext>
            </a:extLst>
          </p:cNvPr>
          <p:cNvSpPr/>
          <p:nvPr/>
        </p:nvSpPr>
        <p:spPr>
          <a:xfrm rot="20942978">
            <a:off x="8270254" y="5866386"/>
            <a:ext cx="1297027" cy="37788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桥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18AB766-2A6A-43F2-C661-5F5039CD1DA4}"/>
              </a:ext>
            </a:extLst>
          </p:cNvPr>
          <p:cNvSpPr/>
          <p:nvPr/>
        </p:nvSpPr>
        <p:spPr>
          <a:xfrm>
            <a:off x="924230" y="5722478"/>
            <a:ext cx="752321" cy="7483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房屋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0D23B449-726B-1B6C-0B25-3A6D072123C3}"/>
              </a:ext>
            </a:extLst>
          </p:cNvPr>
          <p:cNvSpPr/>
          <p:nvPr/>
        </p:nvSpPr>
        <p:spPr>
          <a:xfrm>
            <a:off x="9963092" y="5950649"/>
            <a:ext cx="410794" cy="3669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房屋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38031A4D-B567-B10F-A9D8-FBD37294FA93}"/>
              </a:ext>
            </a:extLst>
          </p:cNvPr>
          <p:cNvSpPr/>
          <p:nvPr/>
        </p:nvSpPr>
        <p:spPr>
          <a:xfrm>
            <a:off x="5914071" y="3493914"/>
            <a:ext cx="260237" cy="6001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玩家</a:t>
            </a:r>
          </a:p>
        </p:txBody>
      </p:sp>
    </p:spTree>
    <p:extLst>
      <p:ext uri="{BB962C8B-B14F-4D97-AF65-F5344CB8AC3E}">
        <p14:creationId xmlns:p14="http://schemas.microsoft.com/office/powerpoint/2010/main" val="16980828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B53F2-4A85-3E60-605B-F7A58231C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902A704-8138-D604-41DB-0086A947305C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          平原</a:t>
            </a:r>
            <a:endParaRPr lang="en-US" altLang="zh-CN" dirty="0">
              <a:latin typeface="HarmonyOS Sans" panose="00000500000000000000" pitchFamily="2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F64671E-28DE-4483-2592-1B01AD92AAC3}"/>
              </a:ext>
            </a:extLst>
          </p:cNvPr>
          <p:cNvSpPr/>
          <p:nvPr/>
        </p:nvSpPr>
        <p:spPr>
          <a:xfrm>
            <a:off x="924232" y="-1617407"/>
            <a:ext cx="10343536" cy="323481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水塘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2882A3C-96EB-8291-1B88-F8EF9D8148BD}"/>
              </a:ext>
            </a:extLst>
          </p:cNvPr>
          <p:cNvSpPr/>
          <p:nvPr/>
        </p:nvSpPr>
        <p:spPr>
          <a:xfrm rot="1044336">
            <a:off x="-286264" y="773258"/>
            <a:ext cx="2813037" cy="5956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armonyOS Sans" panose="00000500000000000000" pitchFamily="2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4869CDF-C31C-318E-6C8D-F1D5FAF5E5E4}"/>
              </a:ext>
            </a:extLst>
          </p:cNvPr>
          <p:cNvSpPr/>
          <p:nvPr/>
        </p:nvSpPr>
        <p:spPr>
          <a:xfrm rot="1077117">
            <a:off x="-231920" y="792685"/>
            <a:ext cx="5026125" cy="5842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HarmonyOS Sans" panose="00000500000000000000" pitchFamily="2" charset="0"/>
              </a:rPr>
              <a:t>沙滩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476DBC2-A01F-2C6A-492B-FD0E5C945B12}"/>
              </a:ext>
            </a:extLst>
          </p:cNvPr>
          <p:cNvSpPr/>
          <p:nvPr/>
        </p:nvSpPr>
        <p:spPr>
          <a:xfrm rot="19711155">
            <a:off x="9770530" y="458931"/>
            <a:ext cx="2942380" cy="172575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armonyOS Sans" panose="00000500000000000000" pitchFamily="2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E3478D3-5120-6E07-C664-478E03A31CA9}"/>
              </a:ext>
            </a:extLst>
          </p:cNvPr>
          <p:cNvSpPr/>
          <p:nvPr/>
        </p:nvSpPr>
        <p:spPr>
          <a:xfrm>
            <a:off x="0" y="2314700"/>
            <a:ext cx="3704263" cy="45433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森林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962C5F-7FF0-2D43-7AE3-5AC83772040B}"/>
              </a:ext>
            </a:extLst>
          </p:cNvPr>
          <p:cNvSpPr/>
          <p:nvPr/>
        </p:nvSpPr>
        <p:spPr>
          <a:xfrm>
            <a:off x="3475992" y="2706211"/>
            <a:ext cx="370815" cy="328206"/>
          </a:xfrm>
          <a:prstGeom prst="rect">
            <a:avLst/>
          </a:prstGeom>
          <a:solidFill>
            <a:srgbClr val="843C0C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armonyOS Sans" panose="00000500000000000000" pitchFamily="2" charset="0"/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B842683-F71E-89A0-E996-37483D697885}"/>
              </a:ext>
            </a:extLst>
          </p:cNvPr>
          <p:cNvSpPr/>
          <p:nvPr/>
        </p:nvSpPr>
        <p:spPr>
          <a:xfrm>
            <a:off x="2781664" y="1794837"/>
            <a:ext cx="2620860" cy="1245231"/>
          </a:xfrm>
          <a:prstGeom prst="ellipse">
            <a:avLst/>
          </a:prstGeom>
          <a:solidFill>
            <a:srgbClr val="92D050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这是个树，苹果树与梧桐树的结合体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5544475-8114-C240-5201-4C9C053B9F46}"/>
              </a:ext>
            </a:extLst>
          </p:cNvPr>
          <p:cNvSpPr/>
          <p:nvPr/>
        </p:nvSpPr>
        <p:spPr>
          <a:xfrm>
            <a:off x="6953663" y="1508715"/>
            <a:ext cx="5238337" cy="536126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                               这片是江南地貌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D2A2CB-6090-B499-A087-1B27C8A71ABF}"/>
              </a:ext>
            </a:extLst>
          </p:cNvPr>
          <p:cNvSpPr/>
          <p:nvPr/>
        </p:nvSpPr>
        <p:spPr>
          <a:xfrm>
            <a:off x="8691709" y="1318562"/>
            <a:ext cx="3500291" cy="179438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这片是竹林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BB37C53-8508-98C2-AA2B-4D7F42545E83}"/>
              </a:ext>
            </a:extLst>
          </p:cNvPr>
          <p:cNvSpPr/>
          <p:nvPr/>
        </p:nvSpPr>
        <p:spPr>
          <a:xfrm rot="21089481">
            <a:off x="7475048" y="1484598"/>
            <a:ext cx="700488" cy="2296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小溪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D30FF62-D741-7A16-B333-7072B6C59827}"/>
              </a:ext>
            </a:extLst>
          </p:cNvPr>
          <p:cNvSpPr/>
          <p:nvPr/>
        </p:nvSpPr>
        <p:spPr>
          <a:xfrm rot="19406839">
            <a:off x="8901055" y="3175884"/>
            <a:ext cx="780905" cy="4404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armonyOS Sans" panose="00000500000000000000" pitchFamily="2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7E93D1A-2CDE-EB2B-2ED3-E614FBAC43A1}"/>
              </a:ext>
            </a:extLst>
          </p:cNvPr>
          <p:cNvSpPr/>
          <p:nvPr/>
        </p:nvSpPr>
        <p:spPr>
          <a:xfrm>
            <a:off x="6953662" y="4334671"/>
            <a:ext cx="5238337" cy="2535309"/>
          </a:xfrm>
          <a:prstGeom prst="rect">
            <a:avLst/>
          </a:prstGeom>
          <a:solidFill>
            <a:srgbClr val="FFC000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村庄（集市）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F224F5D5-A973-6CC3-C17E-88EBE7AEB8AA}"/>
              </a:ext>
            </a:extLst>
          </p:cNvPr>
          <p:cNvSpPr/>
          <p:nvPr/>
        </p:nvSpPr>
        <p:spPr>
          <a:xfrm rot="19477884">
            <a:off x="8819950" y="5544975"/>
            <a:ext cx="1297027" cy="377883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55464C2-BA4E-BB35-F433-D64FD6D2BD23}"/>
              </a:ext>
            </a:extLst>
          </p:cNvPr>
          <p:cNvSpPr/>
          <p:nvPr/>
        </p:nvSpPr>
        <p:spPr>
          <a:xfrm>
            <a:off x="3704263" y="3112949"/>
            <a:ext cx="2186493" cy="14752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HarmonyOS Sans" panose="00000500000000000000" pitchFamily="2" charset="0"/>
              </a:rPr>
              <a:t>耕地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1F6952D-ED02-46D8-418F-9316CE580E06}"/>
              </a:ext>
            </a:extLst>
          </p:cNvPr>
          <p:cNvSpPr/>
          <p:nvPr/>
        </p:nvSpPr>
        <p:spPr>
          <a:xfrm>
            <a:off x="3704263" y="4935794"/>
            <a:ext cx="3249400" cy="19222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HarmonyOS Sans" panose="00000500000000000000" pitchFamily="2" charset="0"/>
              </a:rPr>
              <a:t>花海</a:t>
            </a:r>
          </a:p>
        </p:txBody>
      </p:sp>
    </p:spTree>
    <p:extLst>
      <p:ext uri="{BB962C8B-B14F-4D97-AF65-F5344CB8AC3E}">
        <p14:creationId xmlns:p14="http://schemas.microsoft.com/office/powerpoint/2010/main" val="2151516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25E77-31E9-696C-7008-663697438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BD899AA-3D16-998B-7A60-B3F67F58BF84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          平原</a:t>
            </a:r>
            <a:endParaRPr lang="en-US" altLang="zh-CN" dirty="0">
              <a:latin typeface="HarmonyOS Sans" panose="00000500000000000000" pitchFamily="2" charset="0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B1024F1E-41FA-739B-044D-16223E9A89FC}"/>
              </a:ext>
            </a:extLst>
          </p:cNvPr>
          <p:cNvSpPr/>
          <p:nvPr/>
        </p:nvSpPr>
        <p:spPr>
          <a:xfrm>
            <a:off x="924232" y="-1617407"/>
            <a:ext cx="10343536" cy="323481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endParaRPr lang="en-US" altLang="zh-CN" dirty="0">
              <a:latin typeface="HarmonyOS Sans" panose="00000500000000000000" pitchFamily="2" charset="0"/>
            </a:endParaRPr>
          </a:p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水塘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3FCED0E-972F-904B-43E1-2163F82B02A1}"/>
              </a:ext>
            </a:extLst>
          </p:cNvPr>
          <p:cNvSpPr/>
          <p:nvPr/>
        </p:nvSpPr>
        <p:spPr>
          <a:xfrm rot="1044336">
            <a:off x="-274839" y="1052829"/>
            <a:ext cx="2813037" cy="5956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armonyOS Sans" panose="00000500000000000000" pitchFamily="2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7209670-8091-6B79-09FA-56A740A7046D}"/>
              </a:ext>
            </a:extLst>
          </p:cNvPr>
          <p:cNvSpPr/>
          <p:nvPr/>
        </p:nvSpPr>
        <p:spPr>
          <a:xfrm rot="1077117">
            <a:off x="-196197" y="918430"/>
            <a:ext cx="4027965" cy="58423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HarmonyOS Sans" panose="00000500000000000000" pitchFamily="2" charset="0"/>
              </a:rPr>
              <a:t>沙滩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5032B06-789E-C24F-55E3-782496B0023C}"/>
              </a:ext>
            </a:extLst>
          </p:cNvPr>
          <p:cNvSpPr/>
          <p:nvPr/>
        </p:nvSpPr>
        <p:spPr>
          <a:xfrm rot="19711155">
            <a:off x="9605752" y="572353"/>
            <a:ext cx="3121431" cy="1265174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HarmonyOS Sans" panose="00000500000000000000" pitchFamily="2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A82379-7571-35BD-B15A-DEA01A1E19F5}"/>
              </a:ext>
            </a:extLst>
          </p:cNvPr>
          <p:cNvSpPr/>
          <p:nvPr/>
        </p:nvSpPr>
        <p:spPr>
          <a:xfrm>
            <a:off x="0" y="2314700"/>
            <a:ext cx="3704263" cy="454330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森林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47FA7C0-FB1B-C68B-6002-8C81A0800690}"/>
              </a:ext>
            </a:extLst>
          </p:cNvPr>
          <p:cNvSpPr/>
          <p:nvPr/>
        </p:nvSpPr>
        <p:spPr>
          <a:xfrm>
            <a:off x="6953663" y="1508715"/>
            <a:ext cx="5238337" cy="5361266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                               这片是江南地貌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9921119-F5E1-F099-3D16-8EF790809077}"/>
              </a:ext>
            </a:extLst>
          </p:cNvPr>
          <p:cNvSpPr/>
          <p:nvPr/>
        </p:nvSpPr>
        <p:spPr>
          <a:xfrm>
            <a:off x="8691709" y="1318563"/>
            <a:ext cx="3500291" cy="812953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这片是竹林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1464FF-5172-E6AB-E657-C983E963B0A1}"/>
              </a:ext>
            </a:extLst>
          </p:cNvPr>
          <p:cNvSpPr/>
          <p:nvPr/>
        </p:nvSpPr>
        <p:spPr>
          <a:xfrm rot="21089481">
            <a:off x="7475048" y="1484598"/>
            <a:ext cx="700488" cy="22967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小溪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55CD84B-3189-D7C5-6564-EEDE4F21E0A7}"/>
              </a:ext>
            </a:extLst>
          </p:cNvPr>
          <p:cNvSpPr/>
          <p:nvPr/>
        </p:nvSpPr>
        <p:spPr>
          <a:xfrm rot="19406839">
            <a:off x="8901055" y="3175884"/>
            <a:ext cx="780905" cy="440401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armonyOS Sans" panose="00000500000000000000" pitchFamily="2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380A591-F286-7A10-440C-2AF968F14579}"/>
              </a:ext>
            </a:extLst>
          </p:cNvPr>
          <p:cNvSpPr/>
          <p:nvPr/>
        </p:nvSpPr>
        <p:spPr>
          <a:xfrm>
            <a:off x="6953662" y="4334671"/>
            <a:ext cx="5238337" cy="2535309"/>
          </a:xfrm>
          <a:prstGeom prst="rect">
            <a:avLst/>
          </a:prstGeom>
          <a:solidFill>
            <a:srgbClr val="FFC000">
              <a:alpha val="69804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村庄（集市）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2E8FCB7-1C6A-5C92-A57B-B7D389EA19F7}"/>
              </a:ext>
            </a:extLst>
          </p:cNvPr>
          <p:cNvSpPr/>
          <p:nvPr/>
        </p:nvSpPr>
        <p:spPr>
          <a:xfrm>
            <a:off x="4506720" y="3338427"/>
            <a:ext cx="1644485" cy="115920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HarmonyOS Sans" panose="00000500000000000000" pitchFamily="2" charset="0"/>
              </a:rPr>
              <a:t>耕地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E0C64A5-23D9-BF82-2F2D-7A0F23609999}"/>
              </a:ext>
            </a:extLst>
          </p:cNvPr>
          <p:cNvSpPr/>
          <p:nvPr/>
        </p:nvSpPr>
        <p:spPr>
          <a:xfrm>
            <a:off x="3704263" y="4935794"/>
            <a:ext cx="3249400" cy="19222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HarmonyOS Sans" panose="00000500000000000000" pitchFamily="2" charset="0"/>
              </a:rPr>
              <a:t>花海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60DC885-8DFA-7B14-72BC-A5D63666B5C7}"/>
              </a:ext>
            </a:extLst>
          </p:cNvPr>
          <p:cNvSpPr/>
          <p:nvPr/>
        </p:nvSpPr>
        <p:spPr>
          <a:xfrm rot="1044336">
            <a:off x="-127137" y="-99160"/>
            <a:ext cx="984830" cy="5956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HarmonyOS Sans" panose="00000500000000000000" pitchFamily="2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AC0E01-8F32-E52A-A36A-E3547D28B763}"/>
              </a:ext>
            </a:extLst>
          </p:cNvPr>
          <p:cNvSpPr/>
          <p:nvPr/>
        </p:nvSpPr>
        <p:spPr>
          <a:xfrm>
            <a:off x="4601406" y="2559445"/>
            <a:ext cx="260237" cy="6001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玩家</a:t>
            </a:r>
          </a:p>
        </p:txBody>
      </p:sp>
    </p:spTree>
    <p:extLst>
      <p:ext uri="{BB962C8B-B14F-4D97-AF65-F5344CB8AC3E}">
        <p14:creationId xmlns:p14="http://schemas.microsoft.com/office/powerpoint/2010/main" val="2979255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7271149-0165-4E13-7B60-36C8BF8EF7F2}"/>
              </a:ext>
            </a:extLst>
          </p:cNvPr>
          <p:cNvSpPr/>
          <p:nvPr/>
        </p:nvSpPr>
        <p:spPr>
          <a:xfrm>
            <a:off x="5351183" y="1711337"/>
            <a:ext cx="1489633" cy="3435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HarmonyOS Sans" panose="00000500000000000000" pitchFamily="2" charset="0"/>
              </a:rPr>
              <a:t>玩家</a:t>
            </a:r>
          </a:p>
        </p:txBody>
      </p:sp>
    </p:spTree>
    <p:extLst>
      <p:ext uri="{BB962C8B-B14F-4D97-AF65-F5344CB8AC3E}">
        <p14:creationId xmlns:p14="http://schemas.microsoft.com/office/powerpoint/2010/main" val="2321770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142</Words>
  <Application>Microsoft Office PowerPoint</Application>
  <PresentationFormat>宽屏</PresentationFormat>
  <Paragraphs>104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0" baseType="lpstr">
      <vt:lpstr>等线</vt:lpstr>
      <vt:lpstr>等线 Light</vt:lpstr>
      <vt:lpstr>Arial</vt:lpstr>
      <vt:lpstr>HarmonyOS 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Sue Crazy</dc:creator>
  <cp:lastModifiedBy>CrazySue</cp:lastModifiedBy>
  <cp:revision>7</cp:revision>
  <dcterms:created xsi:type="dcterms:W3CDTF">2026-04-06T08:53:04Z</dcterms:created>
  <dcterms:modified xsi:type="dcterms:W3CDTF">2026-08-25T15:01:56Z</dcterms:modified>
</cp:coreProperties>
</file>